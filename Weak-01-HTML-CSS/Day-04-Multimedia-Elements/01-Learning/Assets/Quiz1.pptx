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0" d="100"/>
          <a:sy n="70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5973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858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3337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3680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0461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1876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6188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7723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0682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9157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8484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BA7C4-3EA9-4F0F-BBC2-5FE5F1A8FB77}" type="datetimeFigureOut">
              <a:rPr lang="ar-SA" smtClean="0"/>
              <a:t>10/21/1445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2718-A451-44D0-AABF-3CE8D1CDCA4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9216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389088" y="2126704"/>
            <a:ext cx="9144000" cy="2387600"/>
          </a:xfrm>
          <a:ln w="73025">
            <a:solidFill>
              <a:schemeClr val="tx1">
                <a:alpha val="9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8800" b="1" u="sng" dirty="0" smtClean="0"/>
              <a:t>Quiz 1</a:t>
            </a:r>
            <a:endParaRPr lang="ar-SA" sz="8800" b="1" u="sng" dirty="0"/>
          </a:p>
        </p:txBody>
      </p:sp>
    </p:spTree>
    <p:extLst>
      <p:ext uri="{BB962C8B-B14F-4D97-AF65-F5344CB8AC3E}">
        <p14:creationId xmlns:p14="http://schemas.microsoft.com/office/powerpoint/2010/main" val="275366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rtl="0"/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>Design and Prototype an Interactive </a:t>
            </a:r>
            <a:r>
              <a:rPr lang="en-US" sz="6600" b="1" u="sng" dirty="0" smtClean="0">
                <a:solidFill>
                  <a:srgbClr val="FF0000"/>
                </a:solidFill>
              </a:rPr>
              <a:t>Quiz</a:t>
            </a:r>
            <a:br>
              <a:rPr lang="en-US" sz="6600" b="1" u="sng" dirty="0" smtClean="0">
                <a:solidFill>
                  <a:srgbClr val="FF0000"/>
                </a:solidFill>
              </a:rPr>
            </a:br>
            <a:r>
              <a:rPr lang="en-US" sz="6600" b="1" dirty="0" smtClean="0">
                <a:solidFill>
                  <a:srgbClr val="FF0000"/>
                </a:solidFill>
              </a:rPr>
              <a:t> </a:t>
            </a:r>
            <a:r>
              <a:rPr lang="en-US" sz="5400" b="1" dirty="0" smtClean="0"/>
              <a:t>with XD</a:t>
            </a:r>
            <a:endParaRPr lang="ar-SA" sz="5400" b="1" dirty="0"/>
          </a:p>
        </p:txBody>
      </p:sp>
      <p:pic>
        <p:nvPicPr>
          <p:cNvPr id="4" name="عنصر نائب للمحتوى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062"/>
          <a:stretch/>
        </p:blipFill>
        <p:spPr>
          <a:xfrm>
            <a:off x="1459707" y="2596602"/>
            <a:ext cx="9272585" cy="404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4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/>
          <p:cNvPicPr>
            <a:picLocks noChangeAspect="1"/>
          </p:cNvPicPr>
          <p:nvPr/>
        </p:nvPicPr>
        <p:blipFill rotWithShape="1">
          <a:blip r:embed="rId2"/>
          <a:srcRect l="19275" t="51448" r="16301"/>
          <a:stretch/>
        </p:blipFill>
        <p:spPr>
          <a:xfrm>
            <a:off x="1464784" y="804771"/>
            <a:ext cx="9216827" cy="568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5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</Words>
  <Application>Microsoft Office PowerPoint</Application>
  <PresentationFormat>ملء الشاشة</PresentationFormat>
  <Paragraphs>2</Paragraphs>
  <Slides>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نسق Office</vt:lpstr>
      <vt:lpstr>Quiz 1</vt:lpstr>
      <vt:lpstr> Design and Prototype an Interactive Quiz  with XD</vt:lpstr>
      <vt:lpstr>عرض تقديمي في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</dc:title>
  <dc:creator>حنان</dc:creator>
  <cp:lastModifiedBy>حنان</cp:lastModifiedBy>
  <cp:revision>9</cp:revision>
  <dcterms:created xsi:type="dcterms:W3CDTF">2024-04-20T13:21:40Z</dcterms:created>
  <dcterms:modified xsi:type="dcterms:W3CDTF">2024-04-29T20:08:28Z</dcterms:modified>
</cp:coreProperties>
</file>